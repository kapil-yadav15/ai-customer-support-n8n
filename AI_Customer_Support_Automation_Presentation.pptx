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F559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657600" cy="3657600"/>
          </a:xfrm>
          <a:prstGeom prst="ellipse">
            <a:avLst/>
          </a:prstGeom>
          <a:solidFill>
            <a:srgbClr val="2F5597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Customer Support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n8n system for ticket intake, AI classification, routing,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resolution, and analytics — 5 workflows, 35 nodes.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</a:rPr>
              <a:t>Submitted by: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[Your Name]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</a:rPr>
              <a:t>Course: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[Your Course Name]   |   </a:t>
            </a:r>
            <a:pPr indent="0" marL="0">
              <a:buNone/>
            </a:pPr>
            <a:r>
              <a:rPr lang="en-US" sz="1300" b="1" dirty="0">
                <a:solidFill>
                  <a:srgbClr val="8FB4E3"/>
                </a:solidFill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businesses handling customer support through email or web forms struggle to scale as ticket volume increases. Manually reading, categorizing, prioritizing, and routing every request is slow, inconsistent, and error-prone — directly harming customer satisfaction and retention.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designs a fully automated, AI-powered customer support pipeline in n8n — receiving, understanding, routing, resolving, and reporting on tickets, with a human confirmation step kept in the loop.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14630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162763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0" y="17190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30632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322783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0" y="33192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Nodes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466344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4828032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144000" y="4919472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Emails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 &amp; Pain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Stakeholders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— expect quick acknowledgement &amp; resolution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Agents (Tech / Billing / Sales) — need correctly triaged tickets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Manager — needs visibility into urgent tickets &amp; trends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— cares about response time &amp; CSAT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Key Pain Points (Before Automation)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acknowledgement — tickets sat unread for hours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classification consumed agent time daily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Misrouted tickets caused rework and delay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guaranteed escalation path for urgent issues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feedback collection; no weekly reporting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Capture Instantly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Log every incoming request into a central system of record within seconds of submission.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Classify with AI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Use an LLM to assign Category, Priority, and Sentiment automatically — no manual triage.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1945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</a:rPr>
              <a:t>Route &amp; Escalate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5146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Send tickets to the correct team; escalate High-priority tickets straight to a manager.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Communicate Proactively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Notify customers at acknowledgement, resolution, and feedback stages.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D7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4343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</a:rPr>
              <a:t>Collect Feedback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4663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Gather structured customer feedback tied to each ticket.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5661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66760" y="43434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</a:rPr>
              <a:t>Report Automatically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Generate an AI-written weekly performance summary for management.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Interaction &amp; Event Flow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743200"/>
        </p:xfrm>
        <a:graphic>
          <a:graphicData uri="http://schemas.openxmlformats.org/drawingml/2006/table">
            <a:tbl>
              <a:tblPr/>
              <a:tblGrid>
                <a:gridCol w="4023360"/>
                <a:gridCol w="338328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 Type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Ticket Collection &amp; Registration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(POST)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Tickets sheet + confirmation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AI Classification &amp; Prioritization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Trigger (row added)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Tickets sheet (Category, Priority)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Agent Assignment &amp; Escalation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Trigger (row updated)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Assigned Team + team/manager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Customer Communication &amp; Resolution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Trigger (row updated)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 + feedback emails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Feedback &amp; Analytics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 + Weekly Cron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sheet + manager report email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Event Flow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submits → Webhook triggers Workflow 1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row → Workflow 2 classifies with AI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Category/Priority set → Workflow 3 assigns &amp; escalates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sets Resolved → Workflow 4 notifies customer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→"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+ weekly Cron → Workflow 5 reports to manager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1 &amp;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4937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Ticket Collection &amp; Registration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90D9"/>
                </a:solidFill>
              </a:rPr>
              <a:t>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Capture incoming customer requests and register them as tickets.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90D9"/>
                </a:solidFill>
              </a:rPr>
              <a:t>NODES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Webhook Trigger → Set (Prepare Data) → IF (Attachment?) → Google Sheets (Append) → Gmail (Confirmation)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90D9"/>
                </a:solidFill>
              </a:rPr>
              <a:t>KEY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 unique Ticket ID is generated via a timestamp expression. Both IF branches converge before the confirmation email step. (5 nodes)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109728" cy="49377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AI Classification &amp; Prioritization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61FF"/>
                </a:solidFill>
              </a:rPr>
              <a:t>PURPOSE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Automatically classify each new ticket using an LLM.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61FF"/>
                </a:solidFill>
              </a:rPr>
              <a:t>NODES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Sheets Trigger (row added) → IF (Not Classified) → Groq Llama 3.3 → Code (Parse JSON) → Sheets (Update)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61FF"/>
                </a:solidFill>
              </a:rPr>
              <a:t>KEY LOGIC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 system prompt forces strict JSON output (Category, Priority, Sentiment, Reason). The Code node safely parses it with a fallback on failure. (5 nodes)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3 — Agent Assignment &amp; Escalation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Purpose: Route each classified ticket to the correct team and escalate urgent tickets to the manager.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A623"/>
                </a:solidFill>
              </a:rPr>
              <a:t>NODES (9 total)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Sheets Trigger → IF (Not Assigned) → Switch (by Category) → 4× Gmail (team notification) → Sheets (Update Assigned Team) → IF (High Priority) → Gmail (Manager Escalation)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Technical Team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Billing Team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2648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Sales Team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15400" y="34290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50C878"/>
          </a:solidFill>
          <a:ln/>
        </p:spPr>
      </p:sp>
      <p:sp>
        <p:nvSpPr>
          <p:cNvPr id="15" name="Text 13"/>
          <p:cNvSpPr/>
          <p:nvPr/>
        </p:nvSpPr>
        <p:spPr>
          <a:xfrm>
            <a:off x="8915400" y="3429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General Queue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4709160"/>
            <a:ext cx="0" cy="365760"/>
          </a:xfrm>
          <a:prstGeom prst="line">
            <a:avLst/>
          </a:prstGeom>
          <a:noFill/>
          <a:ln w="19050">
            <a:solidFill>
              <a:srgbClr val="9AA5B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566160" y="507492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5074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If Priority = High → Manager gets an urgent escalation email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95959"/>
                </a:solidFill>
              </a:rPr>
              <a:t>Key logic: the Switch node's 4 outputs converge into a single Update node before branching again on Priority — demonstrating both conditional branching and multi-path convergence.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4 &amp;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493776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Customer Communication &amp; Resolution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0C878"/>
                </a:solidFill>
              </a:rPr>
              <a:t>PURPOSE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Notify the customer when their ticket is resolved and request feedback.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0C878"/>
                </a:solidFill>
              </a:rPr>
              <a:t>NODES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Sheets Trigger (row updated) → IF (Status=Resolved) → Gmail (Resolution) → Wait (24h) → Gmail (Feedback Request) → Sheets (Mark Notified)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0C878"/>
                </a:solidFill>
              </a:rPr>
              <a:t>KEY LOGIC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The Wait node demonstrates time-delayed automation. Marking the row prevents duplicate emails on future edits to the same ticket. (6 nodes)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109728" cy="4937760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</a:rPr>
              <a:t>Feedback &amp; Analytics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D75"/>
                </a:solidFill>
              </a:rPr>
              <a:t>PURPOSE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3957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Collect structured feedback and generate a scheduled AI analytics report.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D75"/>
                </a:solidFill>
              </a:rPr>
              <a:t>NODES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3558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Branch A: Webhook → Set → Sheets (Append Feedback). Branch B: Weekly Cron → Read Sheets → Merge → Code (Aggregate) → AI Summary → Gmail (Report)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5D75"/>
                </a:solidFill>
              </a:rPr>
              <a:t>KEY LOGIC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681728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Two independent triggers in one workflow. The Code node computes counts, category/priority breakdowns, and average rating before the AI writes the summary. (10 nodes)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36192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AI-Powered Decision Making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17556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Groq Llama 3.3 classifies tickets and writes the weekly summary report.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36792" y="1536192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7B61FF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536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46304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Human Approval Step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17556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Workflow 4 fires only after an agent manually marks a ticket “Resolved.”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752344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52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679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Conditional Branching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IF nodes + a 4-way Switch node route logic throughout the pipeline.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587752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752344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50C878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2752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679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Webhook Triggers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0" y="29718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Workflow 1 (ticket intake) and Workflow 5 (feedback intake).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03904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3968496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E85D75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8953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Scheduled Workflow (Cron)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3000" y="41879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Workflow 5 runs automatically every Monday at 9:00 AM.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803904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3968496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6336792" y="3968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38953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Error Handling &amp; Fallback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66560" y="418795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AI JSON parsing wrapped in try/catch with safe default values.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20056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184648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7B61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" y="51114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Logging &amp; Audit Trail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43000" y="540410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Every ticket's full lifecycle is persisted as rows in Google Sheets.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5020056"/>
            <a:ext cx="5440680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E8EB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36792" y="5184648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5A623"/>
          </a:solidFill>
          <a:ln/>
        </p:spPr>
      </p:sp>
      <p:sp>
        <p:nvSpPr>
          <p:cNvPr id="41" name="Text 39"/>
          <p:cNvSpPr/>
          <p:nvPr/>
        </p:nvSpPr>
        <p:spPr>
          <a:xfrm>
            <a:off x="6336792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66560" y="51114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</a:rPr>
              <a:t>Idempotency Guards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766560" y="540410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“Already classified/assigned” checks prevent duplicate processing.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Summary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End-to-End Test Results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577840" cy="4206240"/>
        </p:xfrm>
        <a:graphic>
          <a:graphicData uri="http://schemas.openxmlformats.org/drawingml/2006/table">
            <a:tbl>
              <a:tblPr/>
              <a:tblGrid>
                <a:gridCol w="41148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submission → confirmation email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classification accuracy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 team routing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High-priority manager escalation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Resolution + feedback request emails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logging via webhook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AI analytics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Deliverables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55080" y="1783080"/>
            <a:ext cx="5303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exported n8n workflow JSON files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workflow documentation (project report)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diagram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minute live demo video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 with README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deck (12 slides)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F5597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4E3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A Complete, Production-Style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Support Automation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9D6E8"/>
                </a:solidFill>
              </a:rPr>
              <a:t>Five independently testable workflows, 35 total nodes, and end-to-end AI decision-making reduce manual triage to zero while keeping a human-in-the-loop resolution checkpoint.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polling triggers to a real database with native change webhooks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Slack / Teams integration alongside email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Auto-parse customer feedback replies using AI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Error Trigger workflow for centralized failure alerts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→"/>
            </a:pPr>
            <a:r>
              <a:rPr lang="en-US" sz="135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live analytics dashboard on top of the existing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B4E3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2026-08-04T04:31:05Z</dcterms:created>
  <dcterms:modified xsi:type="dcterms:W3CDTF">2026-08-04T04:31:05Z</dcterms:modified>
</cp:coreProperties>
</file>